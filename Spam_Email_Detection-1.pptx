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Spam Email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</a:t>
            </a:r>
          </a:p>
          <a:p/>
          <a:p>
            <a:r>
              <a:t>Prepared for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emails are unsolicited messages sent in bulk.</a:t>
            </a:r>
          </a:p>
          <a:p>
            <a:r>
              <a:t>They are used for advertising, phishing, and spreading malware.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Spam Email Detection?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of identifying spam emails automatically.</a:t>
            </a:r>
          </a:p>
          <a:p>
            <a:r>
              <a:t>Classifies emails as Spam or Ham (legitimate).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Spam Email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phishing and fraud.</a:t>
            </a:r>
          </a:p>
          <a:p>
            <a:r>
              <a:t>Improves security.</a:t>
            </a:r>
          </a:p>
          <a:p>
            <a:r>
              <a:t>Saves time and bandwidth.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Spam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Advertising Spam</a:t>
            </a:r>
          </a:p>
          <a:p>
            <a:r>
              <a:t>Phishing Emails</a:t>
            </a:r>
          </a:p>
          <a:p>
            <a:r>
              <a:t>Malware Emails</a:t>
            </a:r>
          </a:p>
          <a:p>
            <a:r>
              <a:t>Scam Emails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Filtering</a:t>
            </a:r>
          </a:p>
          <a:p>
            <a:r>
              <a:t>Content-Based Filtering</a:t>
            </a:r>
          </a:p>
          <a:p>
            <a:r>
              <a:t>Blacklisting &amp; Whitelisting</a:t>
            </a:r>
          </a:p>
          <a:p>
            <a:r>
              <a:t>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Extraction</a:t>
            </a:r>
          </a:p>
          <a:p>
            <a:r>
              <a:t>Training with labeled data</a:t>
            </a:r>
          </a:p>
          <a:p>
            <a:r>
              <a:t>Algorithms: Naive Bayes, SVM, Decision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filtering</a:t>
            </a:r>
          </a:p>
          <a:p>
            <a:r>
              <a:t>High accuracy</a:t>
            </a:r>
          </a:p>
          <a:p>
            <a:r>
              <a:t>Improved email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positives</a:t>
            </a:r>
          </a:p>
          <a:p>
            <a:r>
              <a:t>Needs regular updates</a:t>
            </a:r>
          </a:p>
          <a:p>
            <a:r>
              <a:t>Advanced spam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Spam Email Detection is essential for secure communication.</a:t>
            </a:r>
          </a:p>
          <a:p>
            <a:r>
              <a:t>Machine learning improves detection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